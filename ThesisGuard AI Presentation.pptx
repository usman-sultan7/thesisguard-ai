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0603" y="2728912"/>
            <a:ext cx="635079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3F0DF"/>
                </a:solidFill>
                <a:latin typeface="Merriweather"/>
              </a:rPr>
              <a:t>ThesisGuard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71812" y="3681412"/>
            <a:ext cx="60483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11CAA0"/>
                </a:solidFill>
                <a:latin typeface="DM Sans"/>
              </a:rPr>
              <a:t>Advanced RAG-Powered Academic Peer Review &amp; Defense Preparation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09825"/>
            <a:ext cx="3492549" cy="28003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409825"/>
            <a:ext cx="3492549" cy="2800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409825"/>
            <a:ext cx="3492549" cy="280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Core Features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333750"/>
            <a:ext cx="122015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FFFFFF"/>
                </a:solidFill>
                <a:latin typeface="Merriweather"/>
              </a:rPr>
              <a:t>Secure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724275"/>
            <a:ext cx="29210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FFFFF"/>
                </a:solidFill>
                <a:latin typeface="DM Sans"/>
              </a:rPr>
              <a:t>Features password-masked OpenAI API key verification with instant runtime embedding test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5549" y="3333750"/>
            <a:ext cx="221027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FFFFFF"/>
                </a:solidFill>
                <a:latin typeface="Merriweather"/>
              </a:rPr>
              <a:t>Multi-Format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5549" y="3724275"/>
            <a:ext cx="29210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FFFFF"/>
                </a:solidFill>
                <a:latin typeface="DM Sans"/>
              </a:rPr>
              <a:t>Supports both PDF research papers and multi-sheet Excel metrics workbooks with automated document parsing.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3849" y="3333750"/>
            <a:ext cx="213026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FFFFFF"/>
                </a:solidFill>
                <a:latin typeface="Merriweather"/>
              </a:rPr>
              <a:t>Granular RAG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3849" y="3724275"/>
            <a:ext cx="29210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FFFFF"/>
                </a:solidFill>
                <a:latin typeface="DM Sans"/>
              </a:rPr>
              <a:t>Customizable chunk sizes, overlaps, top-k retrieval depth, and academic rigor levels (Master's to PhD).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743200"/>
            <a:ext cx="33337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49" y="274320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3849" y="27432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Document Processing &amp; Vector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2881312"/>
            <a:ext cx="10668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PDF Parsing: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Utilizes temporary file handlers and PyPDFLoader to accurately extract document text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328987"/>
            <a:ext cx="1066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Excel Sheet Summarization: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Converts multi-sheet workbooks into structured Markdown/CSV summaries wrapped in LangChain Document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033837"/>
            <a:ext cx="1066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FAISS Vector Store: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Recursively splits text via RecursiveCharacterTextSplitter and indexes chunks into a high-performance vector space.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90837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38512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43362"/>
            <a:ext cx="2571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Strict Academic Review &amp;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3138487"/>
            <a:ext cx="10668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Rigor Standards: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Enforces specialized committee head prompts tailored to specific degree defense levels.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586162"/>
            <a:ext cx="10668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Strict Grounding: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Mandates answers exclusively from provided research context with built-in fallback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033837"/>
            <a:ext cx="10668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Source Auditing: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Features interactive expanders displaying exact source files, page numbers, and chunk text excerpts.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148012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95687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43362"/>
            <a:ext cx="2571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5275" y="2371725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05088"/>
                </a:solidFill>
                <a:latin typeface="Merriweather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543300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Thank you for exploring ThesisGuard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238625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05088"/>
                </a:solidFill>
                <a:latin typeface="DM Sans"/>
              </a:rPr>
              <a:t>Repository: github.com/Usman-Sultan7/thesisguard-ai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